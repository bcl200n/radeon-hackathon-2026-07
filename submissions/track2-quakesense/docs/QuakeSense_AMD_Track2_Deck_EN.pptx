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01 NARRATION SCRIPT]</a:t>
            </a:r>
          </a:p>
          <a:p>
            <a:r>
              <a:t>OLD_SLIDE 01 NARRATION SCRIPT]</a:t>
            </a:r>
          </a:p>
          <a:p>
            <a:r>
              <a:t>Welcome to QuakeSense AI, an agentic AI system for city-scale earthquake evacuation and emergency leadership, powered by AMD Radeon GPUs and ROCm architecture. We simulate 51.85 million resident agents across 10 global cities to evaluate real-time emergency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02 NARRATION SCRIPT]</a:t>
            </a:r>
          </a:p>
          <a:p>
            <a:r>
              <a:t>OLD_SLIDE 02 NARRATION SCRIPT]</a:t>
            </a:r>
          </a:p>
          <a:p>
            <a:r>
              <a:t>Here is our Executive Summary and AMD Track 2 Compliance Map. QuakeSense addresses Track 2 by executing localized Qwen LLMs on AMD ROCm to govern leader agents, combined with a parallel Eulerian-Lagrangian evacuation solver simulating physical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03 NARRATION SCRIPT]</a:t>
            </a:r>
          </a:p>
          <a:p>
            <a:r>
              <a:t>OLD_SLIDE 03 NARRATION SCRIPT]</a:t>
            </a:r>
          </a:p>
          <a:p>
            <a:r>
              <a:t>Problem Definition: Coupling Physical and Information Systems. System A represents physical capacity, governed by road network bottlenecks. System B represents information dissemination, where local LLM leaders guide uninformed residents under seismic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04 NARRATION SCRIPT]</a:t>
            </a:r>
          </a:p>
          <a:p>
            <a:r>
              <a:t>OLD_SLIDE 04 NARRATION SCRIPT]</a:t>
            </a:r>
          </a:p>
          <a:p>
            <a:r>
              <a:t>Data and Geometry Preprocessing Pipeline. Raw OpenStreetMap road networks and building polygons are converted into dual-graph representations, spatial H3 grids, and pre-computed k-shortest path tables for ultra-fast GPU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05 NARRATION SCRIPT]</a:t>
            </a:r>
          </a:p>
          <a:p>
            <a:r>
              <a:t>OLD_SLIDE 05 NARRATION SCRIPT]</a:t>
            </a:r>
          </a:p>
          <a:p>
            <a:r>
              <a:t>Capacity-Constrained Evacuation Engine. Resident agent state transitions are governed by cell transmission models, departure delay distributions, and density-dependent speed degradation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06 NARRATION SCRIPT]</a:t>
            </a:r>
          </a:p>
          <a:p>
            <a:r>
              <a:t>OLD_SLIDE 06 NARRATION SCRIPT]</a:t>
            </a:r>
          </a:p>
          <a:p>
            <a:r>
              <a:t>Local Agentic AI Leadership Architecture. Our 6-stage leader execution loop continuously perceives local road bottlenecks, formats prompt state matrices, calls Qwen2.5-7B on ROCm, parses JSON directives, and updates resident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07 NARRATION SCRIPT]</a:t>
            </a:r>
          </a:p>
          <a:p>
            <a:r>
              <a:t>OLD_SLIDE 07 NARRATION SCRIPT]</a:t>
            </a:r>
          </a:p>
          <a:p>
            <a:r>
              <a:t>RL Admission Control and Micro-CFLP Shelter Site Selection. Proactive reinforcement learning controls shelter entry rates to prevent localized stampedes, while micro-capacitated facility location algorithms optimize shelter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08 NARRATION SCRIPT]</a:t>
            </a:r>
          </a:p>
          <a:p>
            <a:r>
              <a:t>OLD_SLIDE 08 NARRATION SCRIPT]</a:t>
            </a:r>
          </a:p>
          <a:p>
            <a:r>
              <a:t>10-City Global Scale Benchmark and GPU Performance. We evaluate 51.85 million resident agents across 10 global cities. AMD Radeon GPU acceleration achieves sub-millisecond step updates and linear scaling with total agent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09 NARRATION SCRIPT]</a:t>
            </a:r>
          </a:p>
          <a:p>
            <a:r>
              <a:t>OLD_SLIDE 09 NARRATION SCRIPT]</a:t>
            </a:r>
          </a:p>
          <a:p>
            <a:r>
              <a:t>Multi-City Evacuation Dynamics. This visual showcase compares evacuation dynamics across Chengdu, Xi'an, Los Angeles, Taipei, Kathmandu, Naples, Wellington, L'Aquila, Mandalay, and Noto Peninsula.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NARRATION SCRIPT]</a:t>
            </a:r>
          </a:p>
          <a:p>
            <a:r>
              <a:t>OLD_SLIDE 10 NARRATION SCRIPT]</a:t>
            </a:r>
          </a:p>
          <a:p>
            <a:r>
              <a:t>Deep-Dive Megacities: Chengdu with 18.87 million residents and Xi'an with 12.95 million. High population density creates severe arterial bottlenecks during emergency 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NARRATION SCRIPT]</a:t>
            </a:r>
          </a:p>
          <a:p>
            <a:r>
              <a:t>OLD_SLIDE 11 NARRATION SCRIPT]</a:t>
            </a:r>
          </a:p>
          <a:p>
            <a:r>
              <a:t>Urban Form Dynamics across Los Angeles grid arterials, Taipei basin bridges, Noto coastal highways, and Naples historic dense alleys. Grid structures offer alternate routes, while bottleneck bridges cause localized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NARRATION SCRIPT]</a:t>
            </a:r>
          </a:p>
          <a:p>
            <a:r>
              <a:t>OLD_SLIDE 12 NARRATION SCRIPT]</a:t>
            </a:r>
          </a:p>
          <a:p>
            <a:r>
              <a:t>Complex Terrain and Vulnerability: Kathmandu valley density, Mandalay grid, Wellington steep hillsides, and L'Aquila mountain topography. Steep slopes and narrow roads significantly impact egress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NARRATION SCRIPT]</a:t>
            </a:r>
          </a:p>
          <a:p>
            <a:r>
              <a:t>OLD_SLIDE 13 NARRATION SCRIPT]</a:t>
            </a:r>
          </a:p>
          <a:p>
            <a:r>
              <a:t>AMD Radeon and ROCm Benchmarks and Execution Evidence. Measured Xi'an LLM run metrics demonstrate consistent 48 GiB VRAM utilization, sub-second inference latency, and stable GPU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NARRATION SCRIPT]</a:t>
            </a:r>
          </a:p>
          <a:p>
            <a:r>
              <a:t>OLD_SLIDE 14 NARRATION SCRIPT]</a:t>
            </a:r>
          </a:p>
          <a:p>
            <a:r>
              <a:t>Empirical Findings: When Does Leadership Matter? LLM leadership improves early 15-minute egress rates by up to 3.18 percentage points in high-capacity grid cities, while physical capacity limits overall throughput in constrained valleys.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15 NARRATION SCRIPT]</a:t>
            </a:r>
          </a:p>
          <a:p>
            <a:r>
              <a:t>OLD_SLIDE 15 NARRATION SCRIPT]</a:t>
            </a:r>
          </a:p>
          <a:p>
            <a:r>
              <a:t>Interactive Bilingual WebGIS Platform and Inspection UI. Our judge-facing WebGIS provides 10-city switching, side-by-side scenario comparisons, and real-time agent density heatmap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16 NARRATION SCRIPT]</a:t>
            </a:r>
          </a:p>
          <a:p>
            <a:r>
              <a:t>OLD_SLIDE 16 NARRATION SCRIPT]</a:t>
            </a:r>
          </a:p>
          <a:p>
            <a:r>
              <a:t>Conclusion, Boundaries, and Future Roadmap. QuakeSense pioneers the first GPU-resident 50M+ agent swarm integrated with ROCm LLM leadership, establishing a new paradigm for urban disaster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17 NARRATION SCRIPT]</a:t>
            </a:r>
          </a:p>
          <a:p>
            <a:r>
              <a:t>OLD_SLIDE 17 NARRATION SCRIPT]</a:t>
            </a:r>
          </a:p>
          <a:p>
            <a:r>
              <a:t>Scenario Innovation: One Agentic AI mechanism reveals three urban response profiles: grid arterials like Los Angeles, bottleneck basins like Taipei, and mountain valleys like Kathmandu.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18 NARRATION SCRIPT]</a:t>
            </a:r>
          </a:p>
          <a:p>
            <a:r>
              <a:t>OLD_SLIDE 18 NARRATION SCRIPT]</a:t>
            </a:r>
          </a:p>
          <a:p>
            <a:r>
              <a:t>Micro Mechanism / Agent Roles. From individual roles to collective evacuation: commanders initiate guidance, informed residents share warnings, and uninformed residents adapt based on peer crowd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19 NARRATION SCRIPT]</a:t>
            </a:r>
          </a:p>
          <a:p>
            <a:r>
              <a:t>OLD_SLIDE 19 NARRATION SCRIPT]</a:t>
            </a:r>
          </a:p>
          <a:p>
            <a:r>
              <a:t>Micro Mechanism / Equations. Four mathematical rules generate city-scale dynamics: log-normal departure delay, cell transmission road capacity, social force crowd interaction, and Dijkstra dynamic rerouting.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20 NARRATION SCRIPT]</a:t>
            </a:r>
          </a:p>
          <a:p>
            <a:r>
              <a:t>OLD_SLIDE 20 NARRATION SCRIPT]</a:t>
            </a:r>
          </a:p>
          <a:p>
            <a:r>
              <a:t>Evacuation playback for Los Angeles, illustrating freeway queueing and grid arterial redistribution during emergency 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21 NARRATION SCRIPT]</a:t>
            </a:r>
          </a:p>
          <a:p>
            <a:r>
              <a:t>OLD_SLIDE 21 NARRATION SCRIPT]</a:t>
            </a:r>
          </a:p>
          <a:p>
            <a:r>
              <a:t>Evacuation playback for Naples, showing historical core egress and narrow alleyway congestion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22 NARRATION SCRIPT]</a:t>
            </a:r>
          </a:p>
          <a:p>
            <a:r>
              <a:t>OLD_SLIDE 22 NARRATION SCRIPT]</a:t>
            </a:r>
          </a:p>
          <a:p>
            <a:r>
              <a:t>Evacuation playback for Wellington, demonstrating steep hillside terrain constraints and coastal road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23 NARRATION SCRIPT]</a:t>
            </a:r>
          </a:p>
          <a:p>
            <a:r>
              <a:t>OLD_SLIDE 23 NARRATION SCRIPT]</a:t>
            </a:r>
          </a:p>
          <a:p>
            <a:r>
              <a:t>Evacuation playback for L'Aquila, illustrating mountain valley channelization and structural damage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24 NARRATION SCRIPT]</a:t>
            </a:r>
          </a:p>
          <a:p>
            <a:r>
              <a:t>OLD_SLIDE 24 NARRATION SCRIPT]</a:t>
            </a:r>
          </a:p>
          <a:p>
            <a:r>
              <a:t>Evacuation playback for Noto Peninsula, showing coastal highway bottlenecking and single-arterial evacuation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25 NARRATION SCRIPT]</a:t>
            </a:r>
          </a:p>
          <a:p>
            <a:r>
              <a:t>OLD_SLIDE 25 NARRATION SCRIPT]</a:t>
            </a:r>
          </a:p>
          <a:p>
            <a:r>
              <a:t>Chengdu road-network-constrained evacuation simulation playback, highlighting 18.87 million agent movement across ring roads.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26 NARRATION SCRIPT]</a:t>
            </a:r>
          </a:p>
          <a:p>
            <a:r>
              <a:t>OLD_SLIDE 26 NARRATION SCRIPT]</a:t>
            </a:r>
          </a:p>
          <a:p>
            <a:r>
              <a:t>Kathmandu road-network-constrained evacuation simulation playback, showing high-density valley corridor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27 NARRATION SCRIPT]</a:t>
            </a:r>
          </a:p>
          <a:p>
            <a:r>
              <a:t>OLD_SLIDE 27 NARRATION SCRIPT]</a:t>
            </a:r>
          </a:p>
          <a:p>
            <a:r>
              <a:t>L'Aquila road-network-constrained evacuation simulation playback, illustrating mountain terrain detour trajectories.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28 NARRATION SCRIPT]</a:t>
            </a:r>
          </a:p>
          <a:p>
            <a:r>
              <a:t>OLD_SLIDE 28 NARRATION SCRIPT]</a:t>
            </a:r>
          </a:p>
          <a:p>
            <a:r>
              <a:t>Los Angeles road-network-constrained evacuation simulation playback, demonstrating grid arterial flow and freeway queueing.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29 NARRATION SCRIPT]</a:t>
            </a:r>
          </a:p>
          <a:p>
            <a:r>
              <a:t>OLD_SLIDE 29 NARRATION SCRIPT]</a:t>
            </a:r>
          </a:p>
          <a:p>
            <a:r>
              <a:t>Mandalay road-network-constrained evacuation simulation playback, showing central grid evacuation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30 NARRATION SCRIPT]</a:t>
            </a:r>
          </a:p>
          <a:p>
            <a:r>
              <a:t>OLD_SLIDE 30 NARRATION SCRIPT]</a:t>
            </a:r>
          </a:p>
          <a:p>
            <a:r>
              <a:t>Naples road-network-constrained evacuation simulation playback, illustrating historic district alleyway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31 NARRATION SCRIPT]</a:t>
            </a:r>
          </a:p>
          <a:p>
            <a:r>
              <a:t>OLD_SLIDE 31 NARRATION SCRIPT]</a:t>
            </a:r>
          </a:p>
          <a:p>
            <a:r>
              <a:t>Noto Peninsula road-network-constrained evacuation simulation playback, demonstrating coastal highway egress bottlenecking.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32 NARRATION SCRIPT]</a:t>
            </a:r>
          </a:p>
          <a:p>
            <a:r>
              <a:t>OLD_SLIDE 32 NARRATION SCRIPT]</a:t>
            </a:r>
          </a:p>
          <a:p>
            <a:r>
              <a:t>Taipei road-network-constrained evacuation simulation playback, showing basin bridge bottlenecking and river crossing choke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33 NARRATION SCRIPT]</a:t>
            </a:r>
          </a:p>
          <a:p>
            <a:r>
              <a:t>OLD_SLIDE 33 NARRATION SCRIPT]</a:t>
            </a:r>
          </a:p>
          <a:p>
            <a:r>
              <a:t>Wellington road-network-constrained evacuation simulation playback, illustrating steep slope hillside egress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34 NARRATION SCRIPT]</a:t>
            </a:r>
          </a:p>
          <a:p>
            <a:r>
              <a:t>OLD_SLIDE 34 NARRATION SCRIPT]</a:t>
            </a:r>
          </a:p>
          <a:p>
            <a:r>
              <a:t>Xi'an road-network-constrained evacuation simulation playback, showing 350 LLM leader agents guiding residents around historical city wall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35 NARRATION SCRIPT]</a:t>
            </a:r>
          </a:p>
          <a:p>
            <a:r>
              <a:t>OLD_SLIDE 35 NARRATION SCRIPT]</a:t>
            </a:r>
          </a:p>
          <a:p>
            <a:r>
              <a:t>Research Significance: Connects microscopic agent behavior, physical road capacity, and local LLM guidance to establish an inspectable decision system for urban disaster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36 NARRATION SCRIPT]</a:t>
            </a:r>
          </a:p>
          <a:p>
            <a:r>
              <a:t>OLD_SLIDE 36 NARRATION SCRIPT]</a:t>
            </a:r>
          </a:p>
          <a:p>
            <a:r>
              <a:t>Real versus Simulated Evacuation Validation and Log-Normal Calibration Curves. Empirical validation against real-world GPS evacuation traces demonstrates strong alignment with log-normal departure delays and walking distance cumulative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37 NARRATION SCRIPT]</a:t>
            </a:r>
          </a:p>
          <a:p>
            <a:r>
              <a:t>OLD_SLIDE 38 NARRATION SCRIPT]</a:t>
            </a:r>
          </a:p>
          <a:p>
            <a:r>
              <a:t>Micro Swarm Behaviors, Interactions and Seismic Detour Trajectories. Detailed visualization of agent micro-roles, information propagation, building collapse debris hazards, and dynamic Dijkstra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38 NARRATION SCRIPT]</a:t>
            </a:r>
          </a:p>
          <a:p>
            <a:r>
              <a:t>OLD_SLIDE 39 NARRATION SCRIPT]</a:t>
            </a:r>
          </a:p>
          <a:p>
            <a:r>
              <a:t>Acknowledgment: We gratefully acknowledge AMD for providing cloud computing infrastructure and Radeon GPU hardware, enabling city-scale agentic AI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39 NARRATION SCRIPT]</a:t>
            </a:r>
          </a:p>
          <a:p>
            <a:r>
              <a:t>OLD_SLIDE 37 NARRATION SCRIPT]</a:t>
            </a:r>
          </a:p>
          <a:p>
            <a:r>
              <a:t>Key References and Academic Literature Foundations. Citing foundational literature across pedestrian dynamics, multi-agent reinforcement learning, cell transmission models, and local LLM decision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